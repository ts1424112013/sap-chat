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开场：四个维度——技术体系、业务场景与评价、不足、用处与方向。四个数字卡带明细：4 场景是哪四个、9 工具是什么、2 种模型协议（网关+Ollama，加模型=加一行配置）、数据零出内网。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三层架构从上往下讲：前端零安装、后端 ABAP 全管控、模型层配置表驱动。右侧部署四要点：同走 SE09、增量小、老系统实测 755、零公网依赖。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模型能力三支柱：接入层（配置驱动+降级+白名单）、协议层（严格 JSON+受控循环+防注入）、上下文层（无 RAG、实时取数、审计闭环）。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通俗过一遍四场景+典型问法（库存类问题走数据分析场景查表）。强调边界规则：宁可拒答也不越界，这是企业场景的信任基础。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逐条念分并给理由：分高的是边界窄而可信的场景；分低的共同原因是依赖登记清单与网关兼容。总评 8.1。特别说明：评分与所用模型强相关，换更强模型代码/数据分析还能涨（加模型=加一行配置）。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六短板分三类：体验（无真流式）、能力（规则路由、无 RAG）、工程（手工部署、T-07、单系统）。都已知、都有对应改进方向（下一页）。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左侧五类现成价值。右侧是业务深耕路线（依据后续优化计划 O1-O10）：模块扩展（O5 六件套契约）、报表参数自动发现（O2/O3）、任务中心（O6）、结果可复现（O1/O4）、权限审批（O8）、质量可观测（O7）。底部红线：先登记后使用，不做 GUI 自动点击。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收尾一句话+三步走：上线→测基线→沿业务路线迭代。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05840"/>
            <a:ext cx="502920" cy="50292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" y="1005840"/>
            <a:ext cx="502920" cy="50292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783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AI 对话助手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项目介绍 · V2.0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四个维度看这个项目：技术体系（前后端与模型能力）· 业务场景（功能、打分与评价）· 目前的不足 · 用处与后期研究方向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4224528"/>
            <a:ext cx="2606040" cy="1517904"/>
          </a:xfrm>
          <a:prstGeom prst="roundRect">
            <a:avLst>
              <a:gd name="adj" fmla="val 481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52544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大  </a:t>
            </a:r>
            <a:r>
              <a:rPr lang="en-US" sz="12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</a:t>
            </a:r>
            <a:endParaRPr lang="en-US" sz="2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普通对话 · 代码分析 · 数据分析 · 报表执行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3493008" y="4224528"/>
            <a:ext cx="2606040" cy="1517904"/>
          </a:xfrm>
          <a:prstGeom prst="roundRect">
            <a:avLst>
              <a:gd name="adj" fmla="val 481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4352544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  </a:t>
            </a:r>
            <a:r>
              <a:rPr lang="en-US" sz="12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白名单只读工具</a:t>
            </a:r>
            <a:endParaRPr lang="en-US" sz="2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 SQL · 能力目录取数 · 源码与表结构读取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300216" y="4224528"/>
            <a:ext cx="2606040" cy="1517904"/>
          </a:xfrm>
          <a:prstGeom prst="roundRect">
            <a:avLst>
              <a:gd name="adj" fmla="val 481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4352544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种  </a:t>
            </a:r>
            <a:r>
              <a:rPr lang="en-US" sz="12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模型接入协议</a:t>
            </a:r>
            <a:endParaRPr lang="en-US" sz="2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兼容网关 + 本地 Ollama，加模型=加一行配置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9107424" y="4224528"/>
            <a:ext cx="2606040" cy="1517904"/>
          </a:xfrm>
          <a:prstGeom prst="roundRect">
            <a:avLst>
              <a:gd name="adj" fmla="val 481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4352544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 </a:t>
            </a:r>
            <a:r>
              <a:rPr lang="en-US" sz="12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业务数据出内网</a:t>
            </a:r>
            <a:endParaRPr lang="en-US" sz="2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全程内网 · 业务只读 · 问答与调用全量审计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8580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文档版本 V2.0 ｜ 2026-10-13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966960" y="6263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" cy="237744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47472"/>
            <a:ext cx="237744" cy="237744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94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技术体系 ① · 前后端架构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三层形态：浏览器里的 UI5 → SAP 服务器里的 ABAP → 企业内网里的大模型网关，全链路不出内网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177272" y="292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635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996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· 浏览器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7232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UI5（BSP 应用 ZAI_CHAT_DEMO1）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2176272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 UI5 1.130 运行时，Chrome/Edge 免安装即可用；打字机渲染、原生 SVG 图表、亮暗双主题；后端不可达时自动降级演示模式，页面永远打得开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74236" y="2830068"/>
            <a:ext cx="201168" cy="173736"/>
          </a:xfrm>
          <a:prstGeom prst="downArrow">
            <a:avLst/>
          </a:prstGeom>
          <a:solidFill>
            <a:srgbClr val="8FA9C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044952"/>
            <a:ext cx="7635240" cy="1417320"/>
          </a:xfrm>
          <a:prstGeom prst="roundRect">
            <a:avLst>
              <a:gd name="adj" fmla="val 5806"/>
            </a:avLst>
          </a:prstGeom>
          <a:solidFill>
            <a:srgbClr val="F2F7FD"/>
          </a:solidFill>
          <a:ln w="19050">
            <a:solidFill>
              <a:srgbClr val="0A6E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172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· SAP 服务器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465576"/>
            <a:ext cx="7232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ABAP OData 服务（ZAI_CHAT_SRV · 22 个接口）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" y="3849624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网关类分发请求 → 对话/Agent 编排类做路由与管控 → 取数类执行白名单只读工具 → LLM 客户端出网关；配置、会话、审计全部落在 ZAI_* 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74236" y="4503420"/>
            <a:ext cx="201168" cy="173736"/>
          </a:xfrm>
          <a:prstGeom prst="downArrow">
            <a:avLst/>
          </a:prstGeom>
          <a:solidFill>
            <a:srgbClr val="8FA9C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718304"/>
            <a:ext cx="7635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8463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· 企业内网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5138928"/>
            <a:ext cx="7232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兼容网关 / 本地 Ollama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" y="5522976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SM59 目的地 ZAI_LLM_AFIONE；用哪个模型由配置表决定，加模型=加一行配置，代码零改动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0" y="1371600"/>
            <a:ext cx="3322015" cy="4745736"/>
          </a:xfrm>
          <a:prstGeom prst="roundRect">
            <a:avLst>
              <a:gd name="adj" fmla="val 2477"/>
            </a:avLst>
          </a:prstGeom>
          <a:solidFill>
            <a:srgbClr val="133559"/>
          </a:solidFill>
          <a:ln/>
        </p:spPr>
      </p:sp>
      <p:sp>
        <p:nvSpPr>
          <p:cNvPr id="22" name="Text 20"/>
          <p:cNvSpPr/>
          <p:nvPr/>
        </p:nvSpPr>
        <p:spPr>
          <a:xfrm>
            <a:off x="8668512" y="1600200"/>
            <a:ext cx="28099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部署与运维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68512" y="2148840"/>
            <a:ext cx="28099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前后端同走 SE09 + STMS，Basis 无新增学习成本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68512" y="3118104"/>
            <a:ext cx="28099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日常前端改动只有十来个文件，一两分钟传完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68512" y="4087368"/>
            <a:ext cx="28099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SAP_BASIS 755（实测），client 470，无额外服务器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68512" y="5056632"/>
            <a:ext cx="28099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只依赖 ICF 标准 UI5 节点，公网 CDN 零依赖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" cy="237744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47472"/>
            <a:ext cx="237744" cy="237744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94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技术体系 ② · 模型能力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模型怎么接、Agent 怎么被约束、上下文怎么给——三件事决定了这套系统的能力上限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177272" y="292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39312" cy="3977640"/>
          </a:xfrm>
          <a:prstGeom prst="roundRect">
            <a:avLst>
              <a:gd name="adj" fmla="val 2261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1790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模型接入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4088" y="208483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97510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双协议接入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兼容网关 + 本地 Ollama，按行配置即插即用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290779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79806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智能路由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ModelId=AUTO 按任务特征自动选模型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" y="373075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62102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故障降级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主模型失败自动切换备用，最多再试 2 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" y="455371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4398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白名单管控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管理员限定哪些模型允许跑 Agent，场景键优先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70248" y="1371600"/>
            <a:ext cx="3639312" cy="3977640"/>
          </a:xfrm>
          <a:prstGeom prst="roundRect">
            <a:avLst>
              <a:gd name="adj" fmla="val 2261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151790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协议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517136" y="208483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7510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 JSON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每轮只输出一行 tool/final JSON，护栏类强校验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17136" y="290779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79806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受控循环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10 轮，超出即收口，不会无限打转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17136" y="373075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62102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防注入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工具结果包标签回填，数据不会被当指令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17136" y="455371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44398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只读工具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个白名单工具：候选解析、受控 SQL、能力取数、源码读取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83296" y="1371600"/>
            <a:ext cx="3639312" cy="3977640"/>
          </a:xfrm>
          <a:prstGeom prst="roundRect">
            <a:avLst>
              <a:gd name="adj" fmla="val 2261"/>
            </a:avLst>
          </a:prstGeom>
          <a:solidFill>
            <a:srgbClr val="F2F7FD"/>
          </a:solidFill>
          <a:ln w="19050">
            <a:solidFill>
              <a:srgbClr val="0A6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1517904"/>
            <a:ext cx="3182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上下文策略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330184" y="208483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197510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不用向量 RAG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知识不建索引，回答前实时取真数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30184" y="290779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279806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事实注入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源码、表结构、样例数据、领域知识卡按需入提示词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30184" y="373075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362102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历史受控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只带最近几轮对话，超长历史按字数截断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330184" y="455371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6" name="Text 34"/>
          <p:cNvSpPr/>
          <p:nvPr/>
        </p:nvSpPr>
        <p:spPr>
          <a:xfrm>
            <a:off x="8522208" y="4443984"/>
            <a:ext cx="2953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审计闭环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每轮工具调用与结果全量落库，可回放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10588"/>
            </a:avLst>
          </a:prstGeom>
          <a:solidFill>
            <a:srgbClr val="FFF8E6"/>
          </a:solidFill>
          <a:ln w="12700">
            <a:solidFill>
              <a:srgbClr val="EFD9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6875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</a:t>
            </a:r>
            <a:r>
              <a:rPr lang="en-US" sz="12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把“知识”放在 SAP 系统里而不是索引库里——模型每次答前先受控取真数，能读什么由白名单和表权限决定，答案可追溯到落库的每一步。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" cy="237744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47472"/>
            <a:ext cx="237744" cy="237744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94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 ① · 它能干什么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四个场景，说人话——每个都配一句典型问法，照着问就能用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177272" y="292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95194" cy="3154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7053" y="1655064"/>
            <a:ext cx="475488" cy="475488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9" name="Text 7"/>
          <p:cNvSpPr/>
          <p:nvPr/>
        </p:nvSpPr>
        <p:spPr>
          <a:xfrm>
            <a:off x="1567053" y="1655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普通对话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6656" y="2715768"/>
            <a:ext cx="225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内网版 ChatGPT：写代码、改代码、翻译、写文档，啥都能聊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" y="3749040"/>
            <a:ext cx="22562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“帮我把这段内表循环改成新语法”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6986" y="1417320"/>
            <a:ext cx="2695194" cy="3154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6839" y="1655064"/>
            <a:ext cx="475488" cy="475488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15" name="Text 13"/>
          <p:cNvSpPr/>
          <p:nvPr/>
        </p:nvSpPr>
        <p:spPr>
          <a:xfrm>
            <a:off x="4426839" y="1655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08426" y="2240280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代码分析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536442" y="2715768"/>
            <a:ext cx="225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丢一个程序名，它自己去读源码，讲清楚逻辑和字段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36442" y="3749040"/>
            <a:ext cx="22562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“ZRMM_IDP_0702 这个程序是干嘛的？”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6772" y="1417320"/>
            <a:ext cx="2695194" cy="3154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6625" y="1655064"/>
            <a:ext cx="475488" cy="475488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21" name="Text 19"/>
          <p:cNvSpPr/>
          <p:nvPr/>
        </p:nvSpPr>
        <p:spPr>
          <a:xfrm>
            <a:off x="7286625" y="1655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8212" y="2240280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96228" y="2715768"/>
            <a:ext cx="225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像问 Excel 一样问 SAP 表，答案带表格和图表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96228" y="3749040"/>
            <a:ext cx="22562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“按工厂统计物料数，画个柱状图”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36558" y="1417320"/>
            <a:ext cx="2695194" cy="315468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6411" y="1655064"/>
            <a:ext cx="475488" cy="475488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46411" y="1655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27998" y="2240280"/>
            <a:ext cx="2512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报表执行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256014" y="2715768"/>
            <a:ext cx="225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平时手动跑的老报表交给它，跑完还能继续追问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56014" y="3749040"/>
            <a:ext cx="22562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“跑一下 ZRMM_IDP_0702，工厂 1000”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11274552" cy="1143000"/>
          </a:xfrm>
          <a:prstGeom prst="roundRect">
            <a:avLst>
              <a:gd name="adj" fmla="val 7200"/>
            </a:avLst>
          </a:prstGeom>
          <a:solidFill>
            <a:srgbClr val="F2F7FD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074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边界规则（重要）：</a:t>
            </a:r>
            <a:r>
              <a:rPr lang="en-US" sz="110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对话页默认不碰 SAP 数据，点名程序/表名会给“转到 Agent”建议；每个 Agent 场景只做自己那类事，越界请求会被明确拒绝并提示换场景——边界清晰比“什么都能问”更重要。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" cy="237744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47472"/>
            <a:ext cx="237744" cy="237744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94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 ② · 打分与评价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项目自评（10 分制）：10=生产级开箱即用 ｜ 8=可靠可用、边界明确 ｜ 6=能用但需人工把关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177272" y="292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普通对话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14600" y="1837944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837944"/>
            <a:ext cx="2715768" cy="182880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641848" y="16002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6002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体验对标商用 AI 产品：渲染/停止/角色/附件齐全；扣分点是等待感（无真流式）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测评（管理）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14600" y="2496312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2496312"/>
            <a:ext cx="2564892" cy="182880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641848" y="225856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5856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工程亮点：29 题走真实链路、先测再改；题量还小，未成回归门禁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291693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代码分析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14600" y="3154680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3154680"/>
            <a:ext cx="2414016" cy="182880"/>
          </a:xfrm>
          <a:prstGeom prst="roundRect">
            <a:avLst>
              <a:gd name="adj" fmla="val 50000"/>
            </a:avLst>
          </a:prstGeom>
          <a:solidFill>
            <a:srgbClr val="0A6ED1"/>
          </a:solidFill>
          <a:ln/>
        </p:spPr>
      </p:sp>
      <p:sp>
        <p:nvSpPr>
          <p:cNvPr id="20" name="Text 18"/>
          <p:cNvSpPr/>
          <p:nvPr/>
        </p:nvSpPr>
        <p:spPr>
          <a:xfrm>
            <a:off x="5641848" y="291693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91693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能读能讲：Z/Y 源码分页读取含 INCLUDE；标准对象读不了，没有跨对象引用分析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14600" y="3813048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3813048"/>
            <a:ext cx="2414016" cy="182880"/>
          </a:xfrm>
          <a:prstGeom prst="roundRect">
            <a:avLst>
              <a:gd name="adj" fmla="val 50000"/>
            </a:avLst>
          </a:prstGeom>
          <a:solidFill>
            <a:srgbClr val="0A6ED1"/>
          </a:solidFill>
          <a:ln/>
        </p:spPr>
      </p:sp>
      <p:sp>
        <p:nvSpPr>
          <p:cNvPr id="25" name="Text 23"/>
          <p:cNvSpPr/>
          <p:nvPr/>
        </p:nvSpPr>
        <p:spPr>
          <a:xfrm>
            <a:off x="5641848" y="357530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357530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目录内很稳：查询计划受控、图表自动出；目录外要管理员登记，图表仅柱/线/饼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423367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报表执行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514600" y="4471416"/>
            <a:ext cx="3017520" cy="182880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/>
        </p:spPr>
      </p:sp>
      <p:sp>
        <p:nvSpPr>
          <p:cNvPr id="29" name="Shape 27"/>
          <p:cNvSpPr/>
          <p:nvPr/>
        </p:nvSpPr>
        <p:spPr>
          <a:xfrm>
            <a:off x="2514600" y="4471416"/>
            <a:ext cx="2112264" cy="182880"/>
          </a:xfrm>
          <a:prstGeom prst="roundRect">
            <a:avLst>
              <a:gd name="adj" fmla="val 50000"/>
            </a:avLst>
          </a:prstGeom>
          <a:solidFill>
            <a:srgbClr val="C46A15"/>
          </a:solidFill>
          <a:ln/>
        </p:spPr>
      </p:sp>
      <p:sp>
        <p:nvSpPr>
          <p:cNvPr id="30" name="Text 28"/>
          <p:cNvSpPr/>
          <p:nvPr/>
        </p:nvSpPr>
        <p:spPr>
          <a:xfrm>
            <a:off x="5641848" y="423367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6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23367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跑得动、能追问：只支持登记过的 TCode；写参数存在网关兼容问题，异步等待体验一般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57200" y="5138928"/>
            <a:ext cx="11274552" cy="1298448"/>
          </a:xfrm>
          <a:prstGeom prst="roundRect">
            <a:avLst>
              <a:gd name="adj" fmla="val 6338"/>
            </a:avLst>
          </a:prstGeom>
          <a:solidFill>
            <a:srgbClr val="FFF8E6"/>
          </a:solidFill>
          <a:ln w="12700">
            <a:solidFill>
              <a:srgbClr val="EFD9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285232"/>
            <a:ext cx="10698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总评：综合 8.1 / 10。</a:t>
            </a:r>
            <a:r>
              <a:rPr lang="en-US" sz="11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长板是安全合规与数据可信（内网、只读、全审计）；短板是智能化深度（规则路由、无 RAG、无真流式）。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评分与模型能力强相关：以上基于企业网关默认模型——换更强的模型，代码分析与数据分析仍有上探空间（加模型只需加一行配置，零代码切换）。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" cy="237744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47472"/>
            <a:ext cx="237744" cy="237744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94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目前的不足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六个已知短板，按“影响用户感知”排序——先说清楚，才好排优先级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177272" y="292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002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002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体验·高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1984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没有真流式输出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2404872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模型响应是整段返回，打字机只是前端模拟；长答案和多轮工具调用时，等待感明显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1417320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1416" y="16002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14" name="Text 12"/>
          <p:cNvSpPr/>
          <p:nvPr/>
        </p:nvSpPr>
        <p:spPr>
          <a:xfrm>
            <a:off x="4471416" y="16002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能力·高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9704" y="1984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意图理解靠规则路由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9704" y="2404872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关键词路由+场景外确定性拒绝，安全但不够聪明；模糊或复合问题可能被“请换场景”挡住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83296" y="1417320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16002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C46A15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16002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能力·中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02752" y="1984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没有知识库沉淀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2752" y="2404872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无向量 RAG：操作手册、业务文档、历史结论进不了上下文，只有实时取数这一种知识来源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C46A1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工程·中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6656" y="4288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部署运维全手工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" y="4709160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SE11/SEGW/SE24 逐对象激活，前端全量包约 8600 文件；没有 CI/CD，也没有自动回归门禁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70248" y="372160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71416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C46A15"/>
          </a:solidFill>
          <a:ln/>
        </p:spPr>
      </p:sp>
      <p:sp>
        <p:nvSpPr>
          <p:cNvPr id="29" name="Text 27"/>
          <p:cNvSpPr/>
          <p:nvPr/>
        </p:nvSpPr>
        <p:spPr>
          <a:xfrm>
            <a:off x="4471416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工程·中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89704" y="4288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写参数网关兼容问题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9704" y="4709160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T-07：部分写操作参数走 POST 正文，网关版本若只读 URL 参数则不生效（角色保存类接口）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83296" y="372160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390448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C46A15"/>
          </a:solidFill>
          <a:ln/>
        </p:spPr>
      </p:sp>
      <p:sp>
        <p:nvSpPr>
          <p:cNvPr id="34" name="Text 32"/>
          <p:cNvSpPr/>
          <p:nvPr/>
        </p:nvSpPr>
        <p:spPr>
          <a:xfrm>
            <a:off x="8284464" y="39044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范围·中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02752" y="4288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单系统单 client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2752" y="4709160"/>
            <a:ext cx="32004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只接一套 S/4（client 470）；测评题库 29 题覆盖有限，复杂分析场景未充分验证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" cy="237744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47472"/>
            <a:ext cx="237744" cy="237744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94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用处与后期展望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8408" y="7132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左：现在就能兑现的价值；右：最终目标是深度连接 SAP 做业务——路线依据《Agent 多业务任务与报表分析·后续优化计划》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177272" y="2926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120640" cy="4846320"/>
          </a:xfrm>
          <a:prstGeom prst="roundRect">
            <a:avLst>
              <a:gd name="adj" fmla="val 1698"/>
            </a:avLst>
          </a:prstGeom>
          <a:solidFill>
            <a:srgbClr val="F2F7FD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对谁有什么用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91440" cy="9144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04825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开发提效：</a:t>
            </a: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读源码、查表结构、取样例数据，少开 SE80/SE16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91440" cy="9144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8529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顾问自助：</a:t>
            </a: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自然语言拿数看图，不用排队等 IT 导 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776472"/>
            <a:ext cx="91440" cy="9144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报表初查：</a:t>
            </a: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常用登记报表一句话先跑起来，结果直接追问下钻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581144"/>
            <a:ext cx="91440" cy="9144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新人上手：</a:t>
            </a: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泡泡快捷指令+演示模式，新人第一天就能用起来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385816"/>
            <a:ext cx="91440" cy="9144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26694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4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AI 试点：</a:t>
            </a: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全内网、可审计、数据只读，集团推 AI 阻力最小的切口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1371600"/>
            <a:ext cx="5882335" cy="4846320"/>
          </a:xfrm>
          <a:prstGeom prst="roundRect">
            <a:avLst>
              <a:gd name="adj" fmla="val 1698"/>
            </a:avLst>
          </a:prstGeom>
          <a:solidFill>
            <a:srgbClr val="133559"/>
          </a:solidFill>
          <a:ln/>
        </p:spPr>
      </p:sp>
      <p:sp>
        <p:nvSpPr>
          <p:cNvPr id="20" name="Text 18"/>
          <p:cNvSpPr/>
          <p:nvPr/>
        </p:nvSpPr>
        <p:spPr>
          <a:xfrm>
            <a:off x="6108192" y="1517904"/>
            <a:ext cx="53702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后期展望 · 深耕 SAP 业务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108192" y="1901952"/>
            <a:ext cx="53702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从“能查 SAP”走到“会做 SAP 业务”：沿既有任务框架逐模块扩展，先登记后使用、先只读后受控写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354580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267712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更多业务模块接入  O5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库存、采购、销售、财务按统一契约逐个接入：意图、任务、参数、工具、权限、验收六件套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930652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843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报表生态深化  O2/O3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参数自动发现（选择屏元数据→人工审核后发布）；变式/版本/默认值分开管理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26480" y="3506724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419856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任务中心与异步  O6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任务列表看运行中/失败/待填参数，支持取消重试、定时执行与消息通知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4082796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995928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结果可复现  O1/O4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结果按编号引用不整表塞模型；记录数据时间点，历史结论不会建立在错的版本上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26480" y="4658868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572000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细粒度权限与审批  O8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查看/提交/读取/导出分开授权；高风险报表走审批状态，审批与运行绑定留痕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5234940"/>
            <a:ext cx="82296" cy="82296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148072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质量与可观测  O7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C8D6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路由准确率、P95 耗时、人工接管率纳入评估，随新模块灰度同步建设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08192" y="5815584"/>
            <a:ext cx="53702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9F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红线：不做 SAP GUI 自动点击；不让模型猜未登记的 TCode/表直接执行——所有能力先登记、后使用。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65760" cy="365760"/>
          </a:xfrm>
          <a:prstGeom prst="ellipse">
            <a:avLst/>
          </a:prstGeom>
          <a:solidFill>
            <a:srgbClr val="F0AB0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822960"/>
            <a:ext cx="365760" cy="365760"/>
          </a:xfrm>
          <a:prstGeom prst="ellipse">
            <a:avLst/>
          </a:prstGeom>
          <a:solidFill>
            <a:srgbClr val="0A6ED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先测，再改；只读起步，逐步开放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这套系统的设计哲学：每一步都可控、可验证、可回溯——先把可信的底座跑稳，智能化的深度再一步步加上去。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3639312" cy="1828800"/>
          </a:xfrm>
          <a:prstGeom prst="roundRect">
            <a:avLst>
              <a:gd name="adj" fmla="val 4500"/>
            </a:avLst>
          </a:prstGeom>
          <a:solidFill>
            <a:srgbClr val="F2F7FD"/>
          </a:solidFill>
          <a:ln w="19050">
            <a:solidFill>
              <a:srgbClr val="0A6E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三批一起部署激活，按对象清单逐项核版本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98848" y="3429000"/>
            <a:ext cx="3639312" cy="1828800"/>
          </a:xfrm>
          <a:prstGeom prst="roundRect">
            <a:avLst>
              <a:gd name="adj" fmla="val 4500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27448" y="411480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测基线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27448" y="45262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题测评跑基线并存档，后续每次改动对比通过率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11896" y="3429000"/>
            <a:ext cx="3639312" cy="1828800"/>
          </a:xfrm>
          <a:prstGeom prst="roundRect">
            <a:avLst>
              <a:gd name="adj" fmla="val 4500"/>
            </a:avLst>
          </a:prstGeom>
          <a:solidFill>
            <a:srgbClr val="F7FAFE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0496" y="36118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40496" y="411480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5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40496" y="452628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沿业务路线推进：模块接入 → 报表生态 → 任务中心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 AI 对话助手 · 项目介绍 V2.0 ｜ 配套文档：《项目说明文档 V2.0》《底层原理》｜ 2026-10-13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966960" y="5852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A6E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A事业群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AI 对话助手 · 项目介绍 V2.0</dc:title>
  <dc:subject>PptxGenJS Presentation</dc:subject>
  <dc:creator>SAP AI 对话助手项目组</dc:creator>
  <cp:lastModifiedBy>SAP AI 对话助手项目组</cp:lastModifiedBy>
  <cp:revision>1</cp:revision>
  <dcterms:created xsi:type="dcterms:W3CDTF">2026-10-13T16:02:50Z</dcterms:created>
  <dcterms:modified xsi:type="dcterms:W3CDTF">2026-10-13T16:02:50Z</dcterms:modified>
</cp:coreProperties>
</file>